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1F33"/>
                </a:solidFill>
                <a:latin typeface="Arial"/>
              </a:rPr>
              <a:t>Findings by severity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E548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B1F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484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52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9E5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Critical</c:v>
                  </c:pt>
                  <c:pt idx="1">
                    <c:v>High</c:v>
                  </c:pt>
                  <c:pt idx="2">
                    <c:v>Medium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B1F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F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1F33"/>
                </a:solidFill>
                <a:latin typeface="Arial"/>
              </a:rPr>
              <a:t>Open TCP ports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TCP ports</c:v>
                </c:pt>
              </c:strCache>
            </c:strRef>
          </c:tx>
          <c:spPr>
            <a:solidFill>
              <a:srgbClr val="E548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0B1F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484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9E5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</c:v>
                </c:pt>
                <c:pt idx="1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0B1F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F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is a discover, analyze, assess, harden, verify loop on my own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eek-3-Cybersecurity/Network-Diagram/dg_interns_hub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822960" cy="8046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087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  |  WEEK 3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45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Assessment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Nmap, Wireshark, vulnerability assessment and hardening on an authorized lab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Kritika Rai   |   DG/SEPTEMBER/CYBER/112   |   Cybersecurity Intern   |   21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it, prove it, rate it, fix it, verify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00B3A4"/>
          </a:solidFill>
          <a:ln w="12700">
            <a:solidFill>
              <a:srgbClr val="00B3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417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live hosts and exposed services with Nmap (-sn, -sV, -O, -sS, -sU).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63040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77640" y="1417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9659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packets with Wireshark and match them to scan results. Look for unusual patterns.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463040"/>
            <a:ext cx="384048" cy="38404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1417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and prove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9659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findings by risk, harden the target, then re-scan to show real improvement.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Network Security Assessment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lab network 10.0.0.0/24 (authorized systems only)</a:t>
            </a:r>
            <a:endParaRPr lang="en-US" sz="1300" dirty="0"/>
          </a:p>
        </p:txBody>
      </p:sp>
      <p:pic>
        <p:nvPicPr>
          <p:cNvPr id="4" name="Image 0" descr="/home/claude/Week-3-Cybersecurity/Network-Diagram/network-topolog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5394960" cy="3337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0" y="146304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 10.0.0.2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Metasploitable2  10.0.0.4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 10.0.0.1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 8.8.8.8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255.255.255.0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Network Security Assessment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rgbClr val="00B3A4"/>
          </a:solidFill>
          <a:ln w="12700">
            <a:solidFill>
              <a:srgbClr val="00B3A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325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7.99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discovery, port and version scans, OS detection, NSE vulnerability scripts.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371600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325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4.6.6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874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 and display filters: dns, arp, icmp, tcp.flags.*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+ Metasploitable2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576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VM and an authorized vulnerable target in VirtualBox.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154680"/>
            <a:ext cx="384048" cy="38404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topology diagram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6576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cybersecurity-week-3-network-security. Diagram drawn with Python (matplotlib).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Network Security Assessment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Assessment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10.0.0.4 (Metasploitable2)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000" dirty="0"/>
          </a:p>
        </p:txBody>
      </p:sp>
      <p:sp>
        <p:nvSpPr>
          <p:cNvPr id="5" name="Text 3"/>
          <p:cNvSpPr txBox="1"/>
          <p:nvPr/>
        </p:nvSpPr>
        <p:spPr>
          <a:xfrm>
            <a:off x="233172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TCP ports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(977 closed)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hosts up (-sn, 4.74 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Linux 2.6.9 - 2.6.33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UDP: 53 and 137 open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vsftpd 2.3.4, UnrealIRCd, RMI, root bind shell</a:t>
            </a:r>
            <a:endParaRPr lang="en-US" sz="1300" dirty="0"/>
          </a:p>
        </p:txBody>
      </p:sp>
      <p:pic>
        <p:nvPicPr>
          <p:cNvPr id="7" name="Image 0" descr="/home/claude/pg/c_sv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43400" y="1188720"/>
            <a:ext cx="4389120" cy="3383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Network Security Assessment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Analysis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Nmap SYN scan looks like on the wire</a:t>
            </a:r>
            <a:endParaRPr lang="en-US" sz="1300" dirty="0"/>
          </a:p>
        </p:txBody>
      </p:sp>
      <p:pic>
        <p:nvPicPr>
          <p:cNvPr id="4" name="Image 0" descr="/home/claude/pg/c_w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8229600" cy="1645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92608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port: SYN, SYN/ACK, then RST (pkts 8, 11, 13)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port: SYN, then RST/ACK (pkts 10, 15)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port (56200), window 1024, all within about 0.3 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captured: DNS to 8.8.8.8, ICMP, ARP, HTTP handshake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Network Security Assessment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Findings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findings from Nmap, NSE and packet evidence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108960"/>
                <a:gridCol w="356616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vsftpd 2.3.4 backdoor (21)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NSE VULNERABLE, id returned uid=0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48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bind shell (1524)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-sV: Metasploitable root shell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48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UnrealIRCd (6667)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-sV; version not confirmed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RMI registry (1099)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NSE rmi-vuln-classloader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Telnet + r-services (23, 512-514)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Open, clear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login + old web apps (80)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msfadmin/msfadmin, DVWA, phpMyAdmin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/ PostgreSQL exposed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3306, 5432, very old versions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POODLE, SMB/NFS, VNC/X11/old SSH+BIND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NSE and -sV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5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Network Security Assessment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and Risk Assessment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is explained in the report, never assigned without reasoning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3383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/home/claude/pg/c_vul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31920" y="1188720"/>
            <a:ext cx="4846320" cy="2331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931920" y="3547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--script vuln: vsftpd 2.3.4 backdoor, command id returned uid=0 (root)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3931920" y="3840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remote root access, no login needed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confirmed or very likely compromise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needs extra conditions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uncertain state, small impact (tftp)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Network Security Assessment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Performed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changes on the target (3 required)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rgbClr val="00B3A4"/>
          </a:solidFill>
          <a:ln w="12700">
            <a:solidFill>
              <a:srgbClr val="00B3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325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inetd services off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telnet, shell, login, exec, ingreslock commented out.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371600"/>
            <a:ext cx="384048" cy="384048"/>
          </a:xfrm>
          <a:prstGeom prst="ellipse">
            <a:avLst/>
          </a:prstGeom>
          <a:solidFill>
            <a:srgbClr val="00B3A4"/>
          </a:solidFill>
          <a:ln w="12700">
            <a:solidFill>
              <a:srgbClr val="00B3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77640" y="1325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vsftpd disabled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xinetd disable = yes, port 21 gone.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71600"/>
            <a:ext cx="384048" cy="384048"/>
          </a:xfrm>
          <a:prstGeom prst="ellipse">
            <a:avLst/>
          </a:prstGeom>
          <a:solidFill>
            <a:srgbClr val="00B3A4"/>
          </a:solidFill>
          <a:ln w="12700">
            <a:solidFill>
              <a:srgbClr val="00B3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1325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ProFTPD stopped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FTP server (2121) stopped.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108960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stopped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nmbd and smbd off (139, 445).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3108960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7764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RMI killed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rmiregistry process stopped (1099). Not persistent.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108960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1228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UnrealIRCd killed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stopped (6667). Not persistent.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Network Security Assessment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scan, run before and after hardening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143000"/>
          <a:ext cx="2743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20040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(09:49): ports open</a:t>
            </a:r>
            <a:endParaRPr lang="en-US" sz="1100" dirty="0"/>
          </a:p>
        </p:txBody>
      </p:sp>
      <p:pic>
        <p:nvPicPr>
          <p:cNvPr id="6" name="Image 0" descr="/home/claude/Week-3-Cybersecurity/04-Hardening/Before/05_nmap_sV_targeted_before_094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0" y="1371600"/>
            <a:ext cx="5486400" cy="1463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00400" y="2926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(11:07): all closed</a:t>
            </a:r>
            <a:endParaRPr lang="en-US" sz="1100" dirty="0"/>
          </a:p>
        </p:txBody>
      </p:sp>
      <p:pic>
        <p:nvPicPr>
          <p:cNvPr id="8" name="Image 1" descr="/home/claude/Week-3-Cybersecurity/04-Hardening/After/13_nmap_sV_targeted_after_1107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00400" y="3200400"/>
            <a:ext cx="5486400" cy="12801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65760" y="42519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ports confirmed closed: 21, 23, 139, 445, 1099, 1524, 2121, 6667 (about 35% fewer). 512-514 disabled but not re-scanned.</a:t>
            </a:r>
            <a:endParaRPr lang="en-US" sz="950" dirty="0"/>
          </a:p>
        </p:txBody>
      </p:sp>
      <p:sp>
        <p:nvSpPr>
          <p:cNvPr id="10" name="Text 5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Network Security Assessment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00B3A4"/>
          </a:solidFill>
          <a:ln w="12700">
            <a:solidFill>
              <a:srgbClr val="00B3A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or patch old systems (15-year-old software)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11096"/>
            <a:ext cx="457200" cy="457200"/>
          </a:xfrm>
          <a:prstGeom prst="ellipse">
            <a:avLst/>
          </a:prstGeom>
          <a:solidFill>
            <a:srgbClr val="00B3A4"/>
          </a:solidFill>
          <a:ln w="12700">
            <a:solidFill>
              <a:srgbClr val="00B3A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653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unneeded services; bind databases to localhost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587752"/>
            <a:ext cx="457200" cy="457200"/>
          </a:xfrm>
          <a:prstGeom prst="ellipse">
            <a:avLst/>
          </a:prstGeom>
          <a:solidFill>
            <a:srgbClr val="00B3A4"/>
          </a:solidFill>
          <a:ln w="12700">
            <a:solidFill>
              <a:srgbClr val="00B3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420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firewall (ufw or iptables), allow only needed ports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264408"/>
            <a:ext cx="457200" cy="457200"/>
          </a:xfrm>
          <a:prstGeom prst="ellipse">
            <a:avLst/>
          </a:prstGeom>
          <a:solidFill>
            <a:srgbClr val="00B3A4"/>
          </a:solidFill>
          <a:ln w="12700">
            <a:solidFill>
              <a:srgbClr val="00B3A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1868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SSH, SFTP and HTTPS; change default credentials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941064"/>
            <a:ext cx="457200" cy="457200"/>
          </a:xfrm>
          <a:prstGeom prst="ellipse">
            <a:avLst/>
          </a:prstGeom>
          <a:solidFill>
            <a:srgbClr val="00B3A4"/>
          </a:solidFill>
          <a:ln w="12700">
            <a:solidFill>
              <a:srgbClr val="00B3A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8953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fixes permanent (disable at boot), re-scan, alert on SYN bursts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Network Security Assessment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exposed ports and 2 Critical flaws found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confirmed exactly what Nmap did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fixes applied, 8 ports verified closed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full re-scan, permanent service removal, firewall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it. Prove it. Fix it. Verify 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2026-09-20T16:09:00Z</dcterms:created>
  <dcterms:modified xsi:type="dcterms:W3CDTF">2026-09-20T16:09:00Z</dcterms:modified>
</cp:coreProperties>
</file>